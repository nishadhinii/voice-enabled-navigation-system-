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4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kshaya Anandhan" initials="AA" lastIdx="1" clrIdx="0">
    <p:extLst>
      <p:ext uri="{19B8F6BF-5375-455C-9EA6-DF929625EA0E}">
        <p15:presenceInfo xmlns:p15="http://schemas.microsoft.com/office/powerpoint/2012/main" userId="82e1ca8afda1e9e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4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01T19:38:16.146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842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723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397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54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661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875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381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507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342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809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08028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3454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063977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6457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3555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595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762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llpaperflare.com/javascript-js-programming-programming-language-wallpaper-bvwpo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est-games-apps.blogspot.com/2015/11/waze-social-gps-maps-traffic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nd/3.0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1569701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21358963@N06/3809460658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sa/3.0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comments" Target="../comments/commen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smart-watch-apple-technology-style-821567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area4a.blogspot.com/2019/10/" TargetMode="External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8143" y="2027433"/>
            <a:ext cx="6347713" cy="1320800"/>
          </a:xfrm>
        </p:spPr>
        <p:txBody>
          <a:bodyPr>
            <a:normAutofit/>
          </a:bodyPr>
          <a:lstStyle/>
          <a:p>
            <a:r>
              <a:rPr dirty="0" err="1"/>
              <a:t>Echopilot</a:t>
            </a:r>
            <a:r>
              <a:rPr dirty="0"/>
              <a:t> – Voice-Assisted Navigation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67457F-2995-76AF-0B7B-4103B8F21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965" y="3626023"/>
            <a:ext cx="3966700" cy="2584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708" y="1664414"/>
            <a:ext cx="6443605" cy="43769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b="1" dirty="0"/>
              <a:t>Objective:</a:t>
            </a:r>
          </a:p>
          <a:p>
            <a:r>
              <a:rPr dirty="0"/>
              <a:t>To develop a web app for voice-assisted navigation.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Key Features:</a:t>
            </a:r>
          </a:p>
          <a:p>
            <a:r>
              <a:rPr dirty="0"/>
              <a:t>- Voice input for origin and destination</a:t>
            </a:r>
          </a:p>
          <a:p>
            <a:r>
              <a:rPr dirty="0"/>
              <a:t>- Audible navigation instructions</a:t>
            </a:r>
          </a:p>
          <a:p>
            <a:r>
              <a:rPr dirty="0"/>
              <a:t>- Real-time location tracking</a:t>
            </a:r>
          </a:p>
          <a:p>
            <a:r>
              <a:rPr dirty="0"/>
              <a:t>- Multilingual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20262"/>
            <a:ext cx="6347713" cy="1320800"/>
          </a:xfrm>
        </p:spPr>
        <p:txBody>
          <a:bodyPr/>
          <a:lstStyle/>
          <a:p>
            <a:br>
              <a:rPr lang="en-IN" dirty="0"/>
            </a:br>
            <a:r>
              <a:rPr dirty="0"/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441062"/>
            <a:ext cx="6347714" cy="3880773"/>
          </a:xfrm>
        </p:spPr>
        <p:txBody>
          <a:bodyPr/>
          <a:lstStyle/>
          <a:p>
            <a:r>
              <a:rPr dirty="0"/>
              <a:t>Frontend: HTML, CSS, JavaScript</a:t>
            </a:r>
          </a:p>
          <a:p>
            <a:r>
              <a:rPr dirty="0"/>
              <a:t>Mapping: Leaflet.js with OpenStreetMap</a:t>
            </a:r>
          </a:p>
          <a:p>
            <a:r>
              <a:rPr dirty="0"/>
              <a:t>Routing: Leaflet Routing Machine</a:t>
            </a:r>
          </a:p>
          <a:p>
            <a:r>
              <a:rPr dirty="0"/>
              <a:t>Voice: Web Speech API</a:t>
            </a:r>
          </a:p>
          <a:p>
            <a:r>
              <a:rPr dirty="0"/>
              <a:t>Geocoding: </a:t>
            </a:r>
            <a:r>
              <a:rPr dirty="0" err="1"/>
              <a:t>Nominatim</a:t>
            </a:r>
            <a:endParaRPr dirty="0"/>
          </a:p>
          <a:p>
            <a:r>
              <a:rPr dirty="0"/>
              <a:t>Translation: Google Translate API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D843E6-93D5-F663-C8AE-DE445F9070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599" y="4341536"/>
            <a:ext cx="5320306" cy="14966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IN" dirty="0"/>
            </a:br>
            <a:r>
              <a:rPr dirty="0"/>
              <a:t>User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Components:</a:t>
            </a:r>
          </a:p>
          <a:p>
            <a:r>
              <a:rPr dirty="0"/>
              <a:t>Input fields</a:t>
            </a:r>
          </a:p>
          <a:p>
            <a:r>
              <a:rPr dirty="0"/>
              <a:t>Voice input buttons</a:t>
            </a:r>
          </a:p>
          <a:p>
            <a:r>
              <a:rPr dirty="0"/>
              <a:t>Map display</a:t>
            </a:r>
          </a:p>
          <a:p>
            <a:r>
              <a:rPr dirty="0"/>
              <a:t>Voice settings</a:t>
            </a:r>
          </a:p>
          <a:p>
            <a:r>
              <a:rPr dirty="0"/>
              <a:t> Language selection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B5E857-3D7A-D162-E119-0E0BB2339C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335694" y="2068950"/>
            <a:ext cx="2825394" cy="34751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A49E68-DC85-5CBF-A306-75FC992F134D}"/>
              </a:ext>
            </a:extLst>
          </p:cNvPr>
          <p:cNvSpPr txBox="1"/>
          <p:nvPr/>
        </p:nvSpPr>
        <p:spPr>
          <a:xfrm>
            <a:off x="4164390" y="9020099"/>
            <a:ext cx="2733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best-games-apps.blogspot.com/2015/11/waze-social-gps-maps-traffic.html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nc-nd/3.0/"/>
              </a:rPr>
              <a:t>CC BY-NC-ND</a:t>
            </a:r>
            <a:endParaRPr lang="en-IN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Voice Input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488613"/>
            <a:ext cx="6347714" cy="3880773"/>
          </a:xfrm>
        </p:spPr>
        <p:txBody>
          <a:bodyPr/>
          <a:lstStyle/>
          <a:p>
            <a:pPr marL="0" indent="0">
              <a:buNone/>
            </a:pPr>
            <a:r>
              <a:rPr b="1" dirty="0"/>
              <a:t>Process:</a:t>
            </a: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Click microphone icon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Speak location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Input auto-filled via speech-to-text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938C0C-0636-04B8-79E5-6CADFD0352DB}"/>
              </a:ext>
            </a:extLst>
          </p:cNvPr>
          <p:cNvSpPr txBox="1"/>
          <p:nvPr/>
        </p:nvSpPr>
        <p:spPr>
          <a:xfrm>
            <a:off x="609597" y="3273768"/>
            <a:ext cx="45874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b="1" dirty="0"/>
              <a:t>Reads out navigation steps.</a:t>
            </a: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/>
              <a:t>Adjustable parameters:</a:t>
            </a: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/>
              <a:t>Rate</a:t>
            </a: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/>
              <a:t> Pitch</a:t>
            </a: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/>
              <a:t>Voice selection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B16708-2AEE-D2D2-7887-B12FB822449D}"/>
              </a:ext>
            </a:extLst>
          </p:cNvPr>
          <p:cNvSpPr txBox="1"/>
          <p:nvPr/>
        </p:nvSpPr>
        <p:spPr>
          <a:xfrm>
            <a:off x="534256" y="4927601"/>
            <a:ext cx="478518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Functionality</a:t>
            </a:r>
          </a:p>
          <a:p>
            <a:endParaRPr lang="en-IN" b="1" dirty="0"/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/>
              <a:t> Access user’s location</a:t>
            </a: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/>
              <a:t> Display marker</a:t>
            </a: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/>
              <a:t>-Auto-update position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Routing and Navigation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23318"/>
            <a:ext cx="6347714" cy="4418046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Process:</a:t>
            </a:r>
          </a:p>
          <a:p>
            <a:r>
              <a:rPr dirty="0"/>
              <a:t> Get coordinates from </a:t>
            </a:r>
            <a:r>
              <a:rPr dirty="0" err="1"/>
              <a:t>Nominatim</a:t>
            </a:r>
            <a:endParaRPr dirty="0"/>
          </a:p>
          <a:p>
            <a:r>
              <a:rPr dirty="0"/>
              <a:t> Calculate route with OSRM</a:t>
            </a:r>
          </a:p>
          <a:p>
            <a:r>
              <a:rPr dirty="0"/>
              <a:t> Display with Leaflet Routing Machine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1C186A-8523-062E-5A46-D1A239CD23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497454" y="3593690"/>
            <a:ext cx="4572001" cy="26547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Multilingual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Translate UI into multiple languages for accessibility.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2E92D6-336B-7C2A-BA5F-3AD7738DE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707865" y="2864420"/>
            <a:ext cx="3423430" cy="31769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61F24E-1348-C08B-DC84-23B222A4CD71}"/>
              </a:ext>
            </a:extLst>
          </p:cNvPr>
          <p:cNvSpPr txBox="1"/>
          <p:nvPr/>
        </p:nvSpPr>
        <p:spPr>
          <a:xfrm>
            <a:off x="1461284" y="11305890"/>
            <a:ext cx="2612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www.flickr.com/photos/21358963@N06/3809460658/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nc-sa/3.0/"/>
              </a:rPr>
              <a:t>CC BY-SA-NC</a:t>
            </a:r>
            <a:endParaRPr lang="en-IN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924" y="290114"/>
            <a:ext cx="6347713" cy="1320800"/>
          </a:xfrm>
        </p:spPr>
        <p:txBody>
          <a:bodyPr/>
          <a:lstStyle/>
          <a:p>
            <a:r>
              <a:rPr dirty="0"/>
              <a:t>Use Cases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CAB207-14E8-3907-8B1F-FD20D5AEF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67" y="1457194"/>
            <a:ext cx="2137575" cy="15158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34E1EB-7D07-C064-C8F8-7A663FC35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3170" y="3602114"/>
            <a:ext cx="1926879" cy="23053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4A3DC9-A743-AD4B-9345-EA886B3C7E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9793" y="3822870"/>
            <a:ext cx="2057687" cy="23053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B4D34D-A800-588A-413F-8B96CED029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41" y="3745009"/>
            <a:ext cx="2448267" cy="216247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C59DBCE-D585-E0F6-F763-C6DB1EBED5A8}"/>
              </a:ext>
            </a:extLst>
          </p:cNvPr>
          <p:cNvSpPr txBox="1"/>
          <p:nvPr/>
        </p:nvSpPr>
        <p:spPr>
          <a:xfrm>
            <a:off x="729465" y="3324585"/>
            <a:ext cx="45874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Elderly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0A35F6-C8C0-6707-C112-63EE9E1C91FD}"/>
              </a:ext>
            </a:extLst>
          </p:cNvPr>
          <p:cNvSpPr txBox="1"/>
          <p:nvPr/>
        </p:nvSpPr>
        <p:spPr>
          <a:xfrm>
            <a:off x="3514781" y="3163946"/>
            <a:ext cx="45874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/>
              <a:t>Drivers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8D07AB-0CC4-A936-F783-91DC08A86249}"/>
              </a:ext>
            </a:extLst>
          </p:cNvPr>
          <p:cNvSpPr txBox="1"/>
          <p:nvPr/>
        </p:nvSpPr>
        <p:spPr>
          <a:xfrm>
            <a:off x="6120830" y="3195232"/>
            <a:ext cx="45874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/>
              <a:t>Tourists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9079B1-A2D6-F707-B4E1-FD70F97ED744}"/>
              </a:ext>
            </a:extLst>
          </p:cNvPr>
          <p:cNvSpPr txBox="1"/>
          <p:nvPr/>
        </p:nvSpPr>
        <p:spPr>
          <a:xfrm>
            <a:off x="2556918" y="1046403"/>
            <a:ext cx="2813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Visually </a:t>
            </a:r>
            <a:r>
              <a:rPr lang="en-IN" dirty="0" err="1"/>
              <a:t>impired</a:t>
            </a:r>
            <a:r>
              <a:rPr lang="en-IN" dirty="0"/>
              <a:t> users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3437" y="1831817"/>
            <a:ext cx="6347714" cy="388077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Planned Features:</a:t>
            </a:r>
          </a:p>
          <a:p>
            <a:r>
              <a:rPr dirty="0"/>
              <a:t>Wearable device integration</a:t>
            </a:r>
          </a:p>
          <a:p>
            <a:r>
              <a:rPr dirty="0"/>
              <a:t> Offline capabilities</a:t>
            </a:r>
          </a:p>
          <a:p>
            <a:r>
              <a:rPr dirty="0"/>
              <a:t> Accent support</a:t>
            </a:r>
          </a:p>
          <a:p>
            <a:r>
              <a:rPr dirty="0"/>
              <a:t> Feedback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2686F2-1746-8D55-C71F-B6CD56A258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599" y="4254357"/>
            <a:ext cx="2495336" cy="16635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A0EA02-8975-594B-A4EF-1319ACD2DF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058292" y="3950408"/>
            <a:ext cx="2280864" cy="22215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777430"/>
            <a:ext cx="6330588" cy="4033744"/>
          </a:xfrm>
        </p:spPr>
        <p:txBody>
          <a:bodyPr/>
          <a:lstStyle/>
          <a:p>
            <a:r>
              <a:rPr dirty="0" err="1"/>
              <a:t>Echopilot</a:t>
            </a:r>
            <a:r>
              <a:rPr dirty="0"/>
              <a:t> offers seamless voice-controlled navigation using modern web technologies.</a:t>
            </a:r>
            <a:endParaRPr lang="en-IN" dirty="0"/>
          </a:p>
          <a:p>
            <a:r>
              <a:rPr lang="en-IN" dirty="0"/>
              <a:t>Can be used in multiple browsers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83</TotalTime>
  <Words>226</Words>
  <Application>Microsoft Office PowerPoint</Application>
  <PresentationFormat>On-screen Show (4:3)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Echopilot – Voice-Assisted Navigation System</vt:lpstr>
      <vt:lpstr>Project Overview</vt:lpstr>
      <vt:lpstr> Technologies Used</vt:lpstr>
      <vt:lpstr> User Interface</vt:lpstr>
      <vt:lpstr>Voice Input Functionality</vt:lpstr>
      <vt:lpstr>Routing and Navigation</vt:lpstr>
      <vt:lpstr>Multilingual Support</vt:lpstr>
      <vt:lpstr>Use Cases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prabha20042004@gmail.com</cp:lastModifiedBy>
  <cp:revision>3</cp:revision>
  <dcterms:created xsi:type="dcterms:W3CDTF">2013-01-27T09:14:16Z</dcterms:created>
  <dcterms:modified xsi:type="dcterms:W3CDTF">2025-05-02T04:37:07Z</dcterms:modified>
  <cp:category/>
</cp:coreProperties>
</file>